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166"/>
    <a:srgbClr val="59CCFF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91"/>
    <p:restoredTop sz="96801"/>
  </p:normalViewPr>
  <p:slideViewPr>
    <p:cSldViewPr snapToGrid="0">
      <p:cViewPr varScale="1">
        <p:scale>
          <a:sx n="125" d="100"/>
          <a:sy n="125" d="100"/>
        </p:scale>
        <p:origin x="5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7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D497C6-7855-4542-92BA-FA69C87C9068}" type="datetimeFigureOut">
              <a:rPr kumimoji="1" lang="ko-Kore-KR" altLang="en-US" smtClean="0"/>
              <a:t>11/16/25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5937A7-AF7A-E442-B9E4-5B6B380B2C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22531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937A7-AF7A-E442-B9E4-5B6B380B2C7B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67255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7DFBA228-F68E-C88E-CD3A-66DFF0BF6BF1}"/>
              </a:ext>
            </a:extLst>
          </p:cNvPr>
          <p:cNvSpPr/>
          <p:nvPr userDrawn="1"/>
        </p:nvSpPr>
        <p:spPr>
          <a:xfrm>
            <a:off x="0" y="0"/>
            <a:ext cx="12192001" cy="6867523"/>
          </a:xfrm>
          <a:prstGeom prst="rect">
            <a:avLst/>
          </a:prstGeom>
          <a:solidFill>
            <a:srgbClr val="002166"/>
          </a:solidFill>
          <a:ln>
            <a:solidFill>
              <a:srgbClr val="0021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ore-KR" altLang="en-US" dirty="0"/>
          </a:p>
        </p:txBody>
      </p:sp>
      <p:grpSp>
        <p:nvGrpSpPr>
          <p:cNvPr id="7" name="그룹 1001">
            <a:extLst>
              <a:ext uri="{FF2B5EF4-FFF2-40B4-BE49-F238E27FC236}">
                <a16:creationId xmlns:a16="http://schemas.microsoft.com/office/drawing/2014/main" id="{AD751DAD-E201-C9D4-3D3E-36D9A16C0C32}"/>
              </a:ext>
            </a:extLst>
          </p:cNvPr>
          <p:cNvGrpSpPr/>
          <p:nvPr userDrawn="1"/>
        </p:nvGrpSpPr>
        <p:grpSpPr>
          <a:xfrm>
            <a:off x="8730113" y="0"/>
            <a:ext cx="3461887" cy="6838952"/>
            <a:chOff x="12414873" y="0"/>
            <a:chExt cx="5870841" cy="10285714"/>
          </a:xfrm>
        </p:grpSpPr>
        <p:pic>
          <p:nvPicPr>
            <p:cNvPr id="8" name="Object 2">
              <a:extLst>
                <a:ext uri="{FF2B5EF4-FFF2-40B4-BE49-F238E27FC236}">
                  <a16:creationId xmlns:a16="http://schemas.microsoft.com/office/drawing/2014/main" id="{D1306267-6D2F-A64E-91BF-8A5D62CF1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14873" y="0"/>
              <a:ext cx="5870841" cy="10285714"/>
            </a:xfrm>
            <a:prstGeom prst="rect">
              <a:avLst/>
            </a:prstGeom>
          </p:spPr>
        </p:pic>
      </p:grpSp>
      <p:grpSp>
        <p:nvGrpSpPr>
          <p:cNvPr id="9" name="그룹 1002">
            <a:extLst>
              <a:ext uri="{FF2B5EF4-FFF2-40B4-BE49-F238E27FC236}">
                <a16:creationId xmlns:a16="http://schemas.microsoft.com/office/drawing/2014/main" id="{13DC65FE-ABCE-D251-0CB8-8767ED6D9369}"/>
              </a:ext>
            </a:extLst>
          </p:cNvPr>
          <p:cNvGrpSpPr/>
          <p:nvPr userDrawn="1"/>
        </p:nvGrpSpPr>
        <p:grpSpPr>
          <a:xfrm>
            <a:off x="7201303" y="9524"/>
            <a:ext cx="3311433" cy="6838952"/>
            <a:chOff x="9962264" y="-43127"/>
            <a:chExt cx="4971138" cy="10328841"/>
          </a:xfrm>
        </p:grpSpPr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F57A1DDE-5B1F-57C9-DBED-B6DED8DDB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62264" y="-43127"/>
              <a:ext cx="4971138" cy="10328841"/>
            </a:xfrm>
            <a:prstGeom prst="rect">
              <a:avLst/>
            </a:prstGeom>
          </p:spPr>
        </p:pic>
      </p:grpSp>
      <p:grpSp>
        <p:nvGrpSpPr>
          <p:cNvPr id="13" name="그룹 1004">
            <a:extLst>
              <a:ext uri="{FF2B5EF4-FFF2-40B4-BE49-F238E27FC236}">
                <a16:creationId xmlns:a16="http://schemas.microsoft.com/office/drawing/2014/main" id="{A3FE7B96-9720-14F5-1175-14380C308970}"/>
              </a:ext>
            </a:extLst>
          </p:cNvPr>
          <p:cNvGrpSpPr/>
          <p:nvPr userDrawn="1"/>
        </p:nvGrpSpPr>
        <p:grpSpPr>
          <a:xfrm>
            <a:off x="983226" y="9524"/>
            <a:ext cx="882445" cy="1239232"/>
            <a:chOff x="1233766" y="-261975"/>
            <a:chExt cx="1428433" cy="2283363"/>
          </a:xfrm>
        </p:grpSpPr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6D35457B-D03D-832D-D7BD-7ABBFFF18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3766" y="-261975"/>
              <a:ext cx="1428433" cy="2283363"/>
            </a:xfrm>
            <a:prstGeom prst="rect">
              <a:avLst/>
            </a:prstGeom>
          </p:spPr>
        </p:pic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2726E74-48FF-F58F-D1ED-A1287BCE4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341" y="2149735"/>
            <a:ext cx="9144000" cy="847971"/>
          </a:xfrm>
        </p:spPr>
        <p:txBody>
          <a:bodyPr anchor="ctr">
            <a:normAutofit/>
          </a:bodyPr>
          <a:lstStyle>
            <a:lvl1pPr algn="l">
              <a:defRPr sz="4800" b="1">
                <a:solidFill>
                  <a:srgbClr val="59CCFF"/>
                </a:solidFill>
                <a:latin typeface="+mj-ea"/>
                <a:ea typeface="+mj-ea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DE219E-AE77-07F1-115A-59C9440D7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966" y="3028132"/>
            <a:ext cx="9144000" cy="602064"/>
          </a:xfrm>
        </p:spPr>
        <p:txBody>
          <a:bodyPr>
            <a:normAutofit/>
          </a:bodyPr>
          <a:lstStyle>
            <a:lvl1pPr marL="0" indent="0" algn="l">
              <a:buNone/>
              <a:defRPr sz="3200" b="1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dirty="0"/>
              <a:t>클릭하여 마스터 부제목 스타일 편집</a:t>
            </a:r>
            <a:endParaRPr kumimoji="1" lang="ko-Kore-KR" altLang="en-US" dirty="0"/>
          </a:p>
        </p:txBody>
      </p:sp>
      <p:grpSp>
        <p:nvGrpSpPr>
          <p:cNvPr id="11" name="그룹 1003">
            <a:extLst>
              <a:ext uri="{FF2B5EF4-FFF2-40B4-BE49-F238E27FC236}">
                <a16:creationId xmlns:a16="http://schemas.microsoft.com/office/drawing/2014/main" id="{63882862-A9EA-46E0-9A8D-5B75F24DB6FB}"/>
              </a:ext>
            </a:extLst>
          </p:cNvPr>
          <p:cNvGrpSpPr/>
          <p:nvPr userDrawn="1"/>
        </p:nvGrpSpPr>
        <p:grpSpPr>
          <a:xfrm>
            <a:off x="826106" y="5595874"/>
            <a:ext cx="6448075" cy="9524"/>
            <a:chOff x="980609" y="8725422"/>
            <a:chExt cx="7802170" cy="9524"/>
          </a:xfrm>
        </p:grpSpPr>
        <p:pic>
          <p:nvPicPr>
            <p:cNvPr id="12" name="Object 8">
              <a:extLst>
                <a:ext uri="{FF2B5EF4-FFF2-40B4-BE49-F238E27FC236}">
                  <a16:creationId xmlns:a16="http://schemas.microsoft.com/office/drawing/2014/main" id="{0FCA7D23-8E99-4FCB-E6E4-B6B564110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0609" y="8725422"/>
              <a:ext cx="7802170" cy="9524"/>
            </a:xfrm>
            <a:prstGeom prst="rect">
              <a:avLst/>
            </a:prstGeom>
          </p:spPr>
        </p:pic>
      </p:grpSp>
      <p:sp>
        <p:nvSpPr>
          <p:cNvPr id="26" name="텍스트 개체 틀 25">
            <a:extLst>
              <a:ext uri="{FF2B5EF4-FFF2-40B4-BE49-F238E27FC236}">
                <a16:creationId xmlns:a16="http://schemas.microsoft.com/office/drawing/2014/main" id="{3E3B7C47-8907-AA48-697F-6A60D80369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1966" y="4608074"/>
            <a:ext cx="6708550" cy="400829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ko-KR" altLang="en-US" dirty="0" err="1"/>
              <a:t>김채호</a:t>
            </a:r>
            <a:endParaRPr kumimoji="1" lang="ko-KR" altLang="en-US" dirty="0"/>
          </a:p>
        </p:txBody>
      </p:sp>
      <p:sp>
        <p:nvSpPr>
          <p:cNvPr id="31" name="텍스트 개체 틀 25">
            <a:extLst>
              <a:ext uri="{FF2B5EF4-FFF2-40B4-BE49-F238E27FC236}">
                <a16:creationId xmlns:a16="http://schemas.microsoft.com/office/drawing/2014/main" id="{34138980-3BA5-BEE5-4FD9-C1B5F6C9B9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1966" y="5034062"/>
            <a:ext cx="6708550" cy="400829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ko-KR" altLang="en-US" dirty="0"/>
              <a:t>단국대학교 </a:t>
            </a:r>
            <a:r>
              <a:rPr kumimoji="1" lang="ko-KR" altLang="en-US" dirty="0" err="1"/>
              <a:t>보안랩</a:t>
            </a:r>
            <a:endParaRPr kumimoji="1" lang="ko-KR" altLang="en-US" dirty="0"/>
          </a:p>
        </p:txBody>
      </p:sp>
      <p:sp>
        <p:nvSpPr>
          <p:cNvPr id="34" name="내용 개체 틀 33">
            <a:extLst>
              <a:ext uri="{FF2B5EF4-FFF2-40B4-BE49-F238E27FC236}">
                <a16:creationId xmlns:a16="http://schemas.microsoft.com/office/drawing/2014/main" id="{2AD1D8D0-91BF-B321-B990-3304CDAECA0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73532" y="1601965"/>
            <a:ext cx="9179860" cy="428625"/>
          </a:xfrm>
        </p:spPr>
        <p:txBody>
          <a:bodyPr anchor="b">
            <a:normAutofit/>
          </a:bodyPr>
          <a:lstStyle>
            <a:lvl1pPr marL="1260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R" altLang="en-US" dirty="0"/>
              <a:t>마스터 텍스트 스타일을 편집하려면 클릭</a:t>
            </a:r>
            <a:endParaRPr kumimoji="1" lang="ko-Kore-KR" altLang="en-US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4E428BC6-8583-06A3-5606-A2F0FEF6BA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41147" b="40645"/>
          <a:stretch/>
        </p:blipFill>
        <p:spPr>
          <a:xfrm>
            <a:off x="845341" y="5773865"/>
            <a:ext cx="2241606" cy="427194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A2FF1C6B-CD23-6206-A159-3F8FE23A4AC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6" name="그림 15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2A44C9F-2768-87D0-649D-BB445DB8AB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alphaModFix amt="71000"/>
          </a:blip>
          <a:stretch>
            <a:fillRect/>
          </a:stretch>
        </p:blipFill>
        <p:spPr>
          <a:xfrm>
            <a:off x="3192519" y="5773865"/>
            <a:ext cx="1647995" cy="42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57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8651C5-1ABF-7206-A3AA-EEECFF9B0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42136"/>
            <a:ext cx="11567160" cy="557542"/>
          </a:xfrm>
        </p:spPr>
        <p:txBody>
          <a:bodyPr/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7ABEA1-282B-88BE-1238-4683160E099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en-US" altLang="ko-KR" dirty="0"/>
          </a:p>
          <a:p>
            <a:pPr lvl="0"/>
            <a:endParaRPr kumimoji="1" lang="en-US" altLang="en-US" dirty="0"/>
          </a:p>
          <a:p>
            <a:pPr lvl="0"/>
            <a:r>
              <a:rPr kumimoji="1" lang="en-US" altLang="en-US" dirty="0"/>
              <a:t>Click to edit master text style</a:t>
            </a:r>
          </a:p>
          <a:p>
            <a:pPr lvl="1"/>
            <a:r>
              <a:rPr kumimoji="1" lang="en-US" altLang="en-US" dirty="0"/>
              <a:t>Second stack</a:t>
            </a:r>
          </a:p>
          <a:p>
            <a:pPr lvl="2"/>
            <a:r>
              <a:rPr kumimoji="1" lang="en-US" altLang="en-US" dirty="0"/>
              <a:t>Third stack</a:t>
            </a:r>
          </a:p>
          <a:p>
            <a:pPr lvl="3"/>
            <a:r>
              <a:rPr kumimoji="1" lang="en-US" altLang="en-US" dirty="0"/>
              <a:t>Fourth stack</a:t>
            </a:r>
          </a:p>
          <a:p>
            <a:pPr lvl="4"/>
            <a:r>
              <a:rPr kumimoji="1" lang="en-US" altLang="en-US" dirty="0"/>
              <a:t>Fifth stack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A93F59-3A9A-EF15-39DF-5424410B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DCA4BC-3B14-EA89-511A-D13DD64E1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 dirty="0"/>
              <a:t>Copyright 202</a:t>
            </a:r>
            <a:r>
              <a:rPr kumimoji="1" lang="en-US" altLang="ko-KR" dirty="0"/>
              <a:t>5</a:t>
            </a:r>
            <a:r>
              <a:rPr kumimoji="1" lang="en" altLang="ko-Kore-KR" dirty="0"/>
              <a:t>. </a:t>
            </a:r>
            <a:r>
              <a:rPr kumimoji="1" lang="en" altLang="ko-Kore-KR" dirty="0" err="1"/>
              <a:t>BoanLab</a:t>
            </a:r>
            <a:r>
              <a:rPr kumimoji="1" lang="en" altLang="ko-Kore-KR" dirty="0"/>
              <a:t>. All rights reserved.</a:t>
            </a:r>
            <a:endParaRPr kumimoji="1" lang="ko-Kore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7283CE-3AED-D2E1-E6CE-EFA2BA8B0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5CF19-81D8-464F-B12D-EB882744BB9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7CFD1112-1591-EB69-339F-C84692F4A8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5177" y="56007"/>
            <a:ext cx="8141571" cy="365125"/>
          </a:xfrm>
        </p:spPr>
        <p:txBody>
          <a:bodyPr>
            <a:noAutofit/>
          </a:bodyPr>
          <a:lstStyle>
            <a:lvl1pPr marL="12600" indent="0">
              <a:buNone/>
              <a:defRPr sz="1600" b="1">
                <a:solidFill>
                  <a:srgbClr val="002166"/>
                </a:solidFill>
              </a:defRPr>
            </a:lvl1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68056DA-84B3-D164-9796-580C744148F6}"/>
              </a:ext>
            </a:extLst>
          </p:cNvPr>
          <p:cNvSpPr/>
          <p:nvPr userDrawn="1"/>
        </p:nvSpPr>
        <p:spPr>
          <a:xfrm>
            <a:off x="10232571" y="6315864"/>
            <a:ext cx="1698172" cy="439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C30797C-DE9C-BF2E-ECB2-EB84A1F7A0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7000"/>
          </a:blip>
          <a:stretch>
            <a:fillRect/>
          </a:stretch>
        </p:blipFill>
        <p:spPr>
          <a:xfrm>
            <a:off x="10457362" y="6390102"/>
            <a:ext cx="1248589" cy="32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97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9F105D-3219-7ADA-CEF9-99993DDCC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70" y="1709738"/>
            <a:ext cx="11567160" cy="2679673"/>
          </a:xfrm>
        </p:spPr>
        <p:txBody>
          <a:bodyPr anchor="b">
            <a:normAutofit/>
          </a:bodyPr>
          <a:lstStyle>
            <a:lvl1pPr>
              <a:defRPr sz="5400">
                <a:solidFill>
                  <a:srgbClr val="002166"/>
                </a:solidFill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BAA39C-FCC0-C681-D76F-0052D62E4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070" y="4689987"/>
            <a:ext cx="11567160" cy="139966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1E7E13-6965-686A-4677-02EB8C06F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B96B5D-6462-3996-1B92-BF6590D8C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 dirty="0"/>
              <a:t>Copyright 202</a:t>
            </a:r>
            <a:r>
              <a:rPr kumimoji="1" lang="en-US" altLang="ko-KR" dirty="0"/>
              <a:t>5</a:t>
            </a:r>
            <a:r>
              <a:rPr kumimoji="1" lang="en" altLang="ko-Kore-KR" dirty="0"/>
              <a:t>. </a:t>
            </a:r>
            <a:r>
              <a:rPr kumimoji="1" lang="en" altLang="ko-Kore-KR" dirty="0" err="1"/>
              <a:t>BoanLab</a:t>
            </a:r>
            <a:r>
              <a:rPr kumimoji="1" lang="en" altLang="ko-Kore-KR" dirty="0"/>
              <a:t>. All rights reserved.</a:t>
            </a:r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90E403-1735-10CB-5CC5-C4D6C92AA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5CF19-81D8-464F-B12D-EB882744BB9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AFC562C-0404-AEA0-5B45-69D55F31B991}"/>
              </a:ext>
            </a:extLst>
          </p:cNvPr>
          <p:cNvSpPr/>
          <p:nvPr userDrawn="1"/>
        </p:nvSpPr>
        <p:spPr>
          <a:xfrm>
            <a:off x="10232571" y="6315864"/>
            <a:ext cx="1698172" cy="439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86EC51-2656-95C6-96D7-C742CEE28DF9}"/>
              </a:ext>
            </a:extLst>
          </p:cNvPr>
          <p:cNvSpPr/>
          <p:nvPr userDrawn="1"/>
        </p:nvSpPr>
        <p:spPr>
          <a:xfrm>
            <a:off x="10232571" y="6315864"/>
            <a:ext cx="1698172" cy="439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5AE63BD-4630-5BFD-EBB5-018ACE89F6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7000"/>
          </a:blip>
          <a:stretch>
            <a:fillRect/>
          </a:stretch>
        </p:blipFill>
        <p:spPr>
          <a:xfrm>
            <a:off x="10457362" y="6390102"/>
            <a:ext cx="1248589" cy="32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35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감사합니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9F105D-3219-7ADA-CEF9-99993DDCC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70" y="2208776"/>
            <a:ext cx="11567160" cy="1792953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rgbClr val="002166"/>
                </a:solidFill>
                <a:latin typeface="+mj-ea"/>
                <a:ea typeface="+mj-ea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BAA39C-FCC0-C681-D76F-0052D62E4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070" y="4296697"/>
            <a:ext cx="11567160" cy="1792953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chemeClr val="tx1">
                    <a:tint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1E7E13-6965-686A-4677-02EB8C06F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B96B5D-6462-3996-1B92-BF6590D8C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 dirty="0"/>
              <a:t>Copyright 202</a:t>
            </a:r>
            <a:r>
              <a:rPr kumimoji="1" lang="en-US" altLang="ko-KR" dirty="0"/>
              <a:t>5</a:t>
            </a:r>
            <a:r>
              <a:rPr kumimoji="1" lang="en" altLang="ko-Kore-KR" dirty="0"/>
              <a:t>. </a:t>
            </a:r>
            <a:r>
              <a:rPr kumimoji="1" lang="en" altLang="ko-Kore-KR" dirty="0" err="1"/>
              <a:t>BoanLab</a:t>
            </a:r>
            <a:r>
              <a:rPr kumimoji="1" lang="en" altLang="ko-Kore-KR" dirty="0"/>
              <a:t>. All rights reserved.</a:t>
            </a:r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90E403-1735-10CB-5CC5-C4D6C92AA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5CF19-81D8-464F-B12D-EB882744BB9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0902C7E-97BE-B918-3B47-7B9DB273DBB9}"/>
              </a:ext>
            </a:extLst>
          </p:cNvPr>
          <p:cNvSpPr/>
          <p:nvPr userDrawn="1"/>
        </p:nvSpPr>
        <p:spPr>
          <a:xfrm>
            <a:off x="10232571" y="6315864"/>
            <a:ext cx="1698172" cy="439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EF33D6-2833-86B0-5594-171F97137875}"/>
              </a:ext>
            </a:extLst>
          </p:cNvPr>
          <p:cNvSpPr/>
          <p:nvPr userDrawn="1"/>
        </p:nvSpPr>
        <p:spPr>
          <a:xfrm>
            <a:off x="10232571" y="6315864"/>
            <a:ext cx="1698172" cy="439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6EEC41F-F5CD-EC07-D763-DBBA857000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7000"/>
          </a:blip>
          <a:stretch>
            <a:fillRect/>
          </a:stretch>
        </p:blipFill>
        <p:spPr>
          <a:xfrm>
            <a:off x="10457362" y="6390102"/>
            <a:ext cx="1248589" cy="32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13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942AEF-E52E-DF96-3C36-4C4D41CCD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5E8651-FD2D-8806-9090-F9C100697F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2420" y="1265129"/>
            <a:ext cx="5707380" cy="5029790"/>
          </a:xfrm>
        </p:spPr>
        <p:txBody>
          <a:bodyPr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F9D8F1-C104-8C00-16E1-E80AF1823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65127"/>
            <a:ext cx="5707380" cy="5029790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6636D8-C593-EC85-DCE6-AE0F333D5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9CCB19-E277-D097-28B6-8AA0198C7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 dirty="0"/>
              <a:t>Copyright 202</a:t>
            </a:r>
            <a:r>
              <a:rPr kumimoji="1" lang="en-US" altLang="ko-KR" dirty="0"/>
              <a:t>5</a:t>
            </a:r>
            <a:r>
              <a:rPr kumimoji="1" lang="en" altLang="ko-Kore-KR" dirty="0"/>
              <a:t>. </a:t>
            </a:r>
            <a:r>
              <a:rPr kumimoji="1" lang="en" altLang="ko-Kore-KR" dirty="0" err="1"/>
              <a:t>BoanLab</a:t>
            </a:r>
            <a:r>
              <a:rPr kumimoji="1" lang="en" altLang="ko-Kore-KR" dirty="0"/>
              <a:t>. All rights reserved.</a:t>
            </a:r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E5A545-D040-2AB2-5E3B-A5532BF0F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5CF19-81D8-464F-B12D-EB882744BB9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DE996F-4E6A-34F9-EEF3-F389E05C7D16}"/>
              </a:ext>
            </a:extLst>
          </p:cNvPr>
          <p:cNvSpPr/>
          <p:nvPr userDrawn="1"/>
        </p:nvSpPr>
        <p:spPr>
          <a:xfrm>
            <a:off x="10232571" y="6315864"/>
            <a:ext cx="1698172" cy="439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03B5B6-5381-6BB6-6EBC-1DF09581E656}"/>
              </a:ext>
            </a:extLst>
          </p:cNvPr>
          <p:cNvSpPr/>
          <p:nvPr userDrawn="1"/>
        </p:nvSpPr>
        <p:spPr>
          <a:xfrm>
            <a:off x="10232571" y="6315864"/>
            <a:ext cx="1698172" cy="439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D102F59-DC55-B7D4-7B27-166B6D3E44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7000"/>
          </a:blip>
          <a:stretch>
            <a:fillRect/>
          </a:stretch>
        </p:blipFill>
        <p:spPr>
          <a:xfrm>
            <a:off x="10457362" y="6390102"/>
            <a:ext cx="1248589" cy="32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11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DEDB5-E615-9354-E3A3-C670D3E9F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468894"/>
            <a:ext cx="11567160" cy="538930"/>
          </a:xfrm>
        </p:spPr>
        <p:txBody>
          <a:bodyPr/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3C1DCF-0F6B-5E1E-7390-853A7E785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420" y="1111753"/>
            <a:ext cx="5685155" cy="538930"/>
          </a:xfrm>
        </p:spPr>
        <p:txBody>
          <a:bodyPr anchor="ctr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6D8438-F030-2BC2-01AA-863B972A3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2420" y="1773862"/>
            <a:ext cx="5685155" cy="4415801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0CD41A-8A27-4DF1-B737-570509E48D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11753"/>
            <a:ext cx="5707380" cy="538930"/>
          </a:xfrm>
        </p:spPr>
        <p:txBody>
          <a:bodyPr anchor="ctr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E4D4BF5-24AC-7F86-6986-10FF572F8F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773862"/>
            <a:ext cx="5707380" cy="4415801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54C8581-5725-531C-2358-81ED21995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7A2E577-8E5F-1E93-B41E-810C7F8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 dirty="0"/>
              <a:t>Copyright 202</a:t>
            </a:r>
            <a:r>
              <a:rPr kumimoji="1" lang="en-US" altLang="ko-KR" dirty="0"/>
              <a:t>5</a:t>
            </a:r>
            <a:r>
              <a:rPr kumimoji="1" lang="en" altLang="ko-Kore-KR" dirty="0"/>
              <a:t>. </a:t>
            </a:r>
            <a:r>
              <a:rPr kumimoji="1" lang="en" altLang="ko-Kore-KR" dirty="0" err="1"/>
              <a:t>BoanLab</a:t>
            </a:r>
            <a:r>
              <a:rPr kumimoji="1" lang="en" altLang="ko-Kore-KR" dirty="0"/>
              <a:t>. All rights reserved.</a:t>
            </a:r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58A89B-E0B4-C481-232F-4A61CCF30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5CF19-81D8-464F-B12D-EB882744BB9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C1926A9-2F24-495D-1181-795F80B3ABDD}"/>
              </a:ext>
            </a:extLst>
          </p:cNvPr>
          <p:cNvSpPr/>
          <p:nvPr userDrawn="1"/>
        </p:nvSpPr>
        <p:spPr>
          <a:xfrm>
            <a:off x="10232571" y="6315864"/>
            <a:ext cx="1698172" cy="439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FA7B27-857C-2B9E-309B-CF8FB8D5D8DF}"/>
              </a:ext>
            </a:extLst>
          </p:cNvPr>
          <p:cNvSpPr/>
          <p:nvPr userDrawn="1"/>
        </p:nvSpPr>
        <p:spPr>
          <a:xfrm>
            <a:off x="10232571" y="6315864"/>
            <a:ext cx="1698172" cy="439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9664E8C-DDDE-F50C-EFBA-EB64958BB5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7000"/>
          </a:blip>
          <a:stretch>
            <a:fillRect/>
          </a:stretch>
        </p:blipFill>
        <p:spPr>
          <a:xfrm>
            <a:off x="10457362" y="6390102"/>
            <a:ext cx="1248589" cy="32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18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396311-9255-25DC-A949-EA5F6C0A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B8FE47C-C32F-0E84-C31D-B1935D632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73A0AF-AEF3-47C8-82B2-952FE0DB1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 dirty="0"/>
              <a:t>Copyright 202</a:t>
            </a:r>
            <a:r>
              <a:rPr kumimoji="1" lang="en-US" altLang="ko-KR" dirty="0"/>
              <a:t>5</a:t>
            </a:r>
            <a:r>
              <a:rPr kumimoji="1" lang="en" altLang="ko-Kore-KR" dirty="0"/>
              <a:t>. </a:t>
            </a:r>
            <a:r>
              <a:rPr kumimoji="1" lang="en" altLang="ko-Kore-KR" dirty="0" err="1"/>
              <a:t>BoanLab</a:t>
            </a:r>
            <a:r>
              <a:rPr kumimoji="1" lang="en" altLang="ko-Kore-KR" dirty="0"/>
              <a:t>. All rights reserved.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F27489-7667-4983-909C-B0B167AC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5CF19-81D8-464F-B12D-EB882744BB9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3C65AF-6F1F-C5FB-85BE-C02002560FDE}"/>
              </a:ext>
            </a:extLst>
          </p:cNvPr>
          <p:cNvSpPr/>
          <p:nvPr userDrawn="1"/>
        </p:nvSpPr>
        <p:spPr>
          <a:xfrm>
            <a:off x="10232571" y="6315864"/>
            <a:ext cx="1698172" cy="439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97A17D-B509-6AD0-3971-6F7A33E10209}"/>
              </a:ext>
            </a:extLst>
          </p:cNvPr>
          <p:cNvSpPr/>
          <p:nvPr userDrawn="1"/>
        </p:nvSpPr>
        <p:spPr>
          <a:xfrm>
            <a:off x="10232571" y="6315864"/>
            <a:ext cx="1698172" cy="439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D93B466-E073-6D96-56C2-47D07CBC3E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7000"/>
          </a:blip>
          <a:stretch>
            <a:fillRect/>
          </a:stretch>
        </p:blipFill>
        <p:spPr>
          <a:xfrm>
            <a:off x="10457362" y="6390102"/>
            <a:ext cx="1248589" cy="32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479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EE41259-47F8-4E59-A75D-F9D4F6E44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C30967-B47E-64F1-7877-D8487EF62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 dirty="0"/>
              <a:t>Copyright 202</a:t>
            </a:r>
            <a:r>
              <a:rPr kumimoji="1" lang="en-US" altLang="ko-KR" dirty="0"/>
              <a:t>5</a:t>
            </a:r>
            <a:r>
              <a:rPr kumimoji="1" lang="en" altLang="ko-Kore-KR" dirty="0"/>
              <a:t>. </a:t>
            </a:r>
            <a:r>
              <a:rPr kumimoji="1" lang="en" altLang="ko-Kore-KR" dirty="0" err="1"/>
              <a:t>BoanLab</a:t>
            </a:r>
            <a:r>
              <a:rPr kumimoji="1" lang="en" altLang="ko-Kore-KR" dirty="0"/>
              <a:t>. All rights reserved.</a:t>
            </a:r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AF4427-B402-4B7C-0B96-835CE4BC4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5CF19-81D8-464F-B12D-EB882744BB9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269A01-84B6-877B-2BE3-D707DA42F580}"/>
              </a:ext>
            </a:extLst>
          </p:cNvPr>
          <p:cNvSpPr/>
          <p:nvPr userDrawn="1"/>
        </p:nvSpPr>
        <p:spPr>
          <a:xfrm>
            <a:off x="10232571" y="6315864"/>
            <a:ext cx="1698172" cy="439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3618380-6A50-90B3-A31B-1300C7F999C0}"/>
              </a:ext>
            </a:extLst>
          </p:cNvPr>
          <p:cNvSpPr/>
          <p:nvPr userDrawn="1"/>
        </p:nvSpPr>
        <p:spPr>
          <a:xfrm>
            <a:off x="10232571" y="6315864"/>
            <a:ext cx="1698172" cy="439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FF4529E-C87A-2BD1-4655-AECBEFE8DE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7000"/>
          </a:blip>
          <a:stretch>
            <a:fillRect/>
          </a:stretch>
        </p:blipFill>
        <p:spPr>
          <a:xfrm>
            <a:off x="10457362" y="6390102"/>
            <a:ext cx="1248589" cy="32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1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67188C9-085C-9576-478E-6777BC771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42136"/>
            <a:ext cx="11567160" cy="557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AF7695-1DE1-3DE4-1C6A-62C8F8C9D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420" y="1265129"/>
            <a:ext cx="11567160" cy="5024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en-US" altLang="ko-KR" dirty="0"/>
          </a:p>
          <a:p>
            <a:pPr lvl="0"/>
            <a:endParaRPr kumimoji="1" lang="en-US" altLang="en-US" dirty="0"/>
          </a:p>
          <a:p>
            <a:pPr lvl="0"/>
            <a:r>
              <a:rPr kumimoji="1" lang="en-US" altLang="en-US" dirty="0"/>
              <a:t>Click to edit master text style</a:t>
            </a:r>
          </a:p>
          <a:p>
            <a:pPr lvl="1"/>
            <a:r>
              <a:rPr kumimoji="1" lang="en-US" altLang="en-US" dirty="0"/>
              <a:t>Second stack</a:t>
            </a:r>
          </a:p>
          <a:p>
            <a:pPr lvl="2"/>
            <a:r>
              <a:rPr kumimoji="1" lang="en-US" altLang="en-US" dirty="0"/>
              <a:t>Third stack</a:t>
            </a:r>
          </a:p>
          <a:p>
            <a:pPr lvl="3"/>
            <a:r>
              <a:rPr kumimoji="1" lang="en-US" altLang="en-US" dirty="0"/>
              <a:t>Fourth stack</a:t>
            </a:r>
          </a:p>
          <a:p>
            <a:pPr lvl="4"/>
            <a:r>
              <a:rPr kumimoji="1" lang="en-US" altLang="en-US" dirty="0"/>
              <a:t>Fifth stack</a:t>
            </a:r>
            <a:endParaRPr kumimoji="1" lang="ko-Kore-KR" altLang="en-US"/>
          </a:p>
          <a:p>
            <a:pPr lvl="0"/>
            <a:endParaRPr kumimoji="1" lang="ko-Kore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6CA21A-C823-0969-6D47-EA0750BEB2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63901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274970-F931-8BF2-45AC-6BEF4BE79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" y="639022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" altLang="ko-Kore-KR" dirty="0"/>
              <a:t>Copyright 202</a:t>
            </a:r>
            <a:r>
              <a:rPr kumimoji="1" lang="en-US" altLang="ko-KR" dirty="0"/>
              <a:t>5</a:t>
            </a:r>
            <a:r>
              <a:rPr kumimoji="1" lang="en" altLang="ko-Kore-KR" dirty="0"/>
              <a:t>. </a:t>
            </a:r>
            <a:r>
              <a:rPr kumimoji="1" lang="en" altLang="ko-Kore-KR" dirty="0" err="1"/>
              <a:t>BoanLab</a:t>
            </a:r>
            <a:r>
              <a:rPr kumimoji="1" lang="en" altLang="ko-Kore-KR" dirty="0"/>
              <a:t>. All rights reserved.</a:t>
            </a:r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ACD538-52C1-DEB4-3073-80BE5D90A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0621" y="0"/>
            <a:ext cx="2037304" cy="360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4EE5CF19-81D8-464F-B12D-EB882744BB91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  <p:grpSp>
        <p:nvGrpSpPr>
          <p:cNvPr id="15" name="그룹 1006">
            <a:extLst>
              <a:ext uri="{FF2B5EF4-FFF2-40B4-BE49-F238E27FC236}">
                <a16:creationId xmlns:a16="http://schemas.microsoft.com/office/drawing/2014/main" id="{91B94207-59F7-310B-B3F8-1C03826E278B}"/>
              </a:ext>
            </a:extLst>
          </p:cNvPr>
          <p:cNvGrpSpPr/>
          <p:nvPr userDrawn="1"/>
        </p:nvGrpSpPr>
        <p:grpSpPr>
          <a:xfrm>
            <a:off x="11503742" y="0"/>
            <a:ext cx="373858" cy="360326"/>
            <a:chOff x="16681347" y="-477608"/>
            <a:chExt cx="1309472" cy="1262077"/>
          </a:xfrm>
        </p:grpSpPr>
        <p:pic>
          <p:nvPicPr>
            <p:cNvPr id="16" name="Object 19">
              <a:extLst>
                <a:ext uri="{FF2B5EF4-FFF2-40B4-BE49-F238E27FC236}">
                  <a16:creationId xmlns:a16="http://schemas.microsoft.com/office/drawing/2014/main" id="{B419338C-9564-486C-F0E5-1BE73C1D8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681347" y="-477608"/>
              <a:ext cx="1309472" cy="1262077"/>
            </a:xfrm>
            <a:prstGeom prst="rect">
              <a:avLst/>
            </a:prstGeom>
          </p:spPr>
        </p:pic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BBD6579F-C612-1183-66AF-B885D84C16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alphaModFix amt="50000"/>
          </a:blip>
          <a:srcRect t="41147" b="40645"/>
          <a:stretch/>
        </p:blipFill>
        <p:spPr>
          <a:xfrm>
            <a:off x="8419903" y="6408252"/>
            <a:ext cx="1805925" cy="3288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4F13A29-7831-A741-A223-13AFBC75254E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alphaModFix amt="50000"/>
          </a:blip>
          <a:stretch>
            <a:fillRect/>
          </a:stretch>
        </p:blipFill>
        <p:spPr>
          <a:xfrm>
            <a:off x="10243584" y="6349874"/>
            <a:ext cx="1634016" cy="38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507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52" r:id="rId5"/>
    <p:sldLayoutId id="2147483653" r:id="rId6"/>
    <p:sldLayoutId id="2147483654" r:id="rId7"/>
    <p:sldLayoutId id="2147483655" r:id="rId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baseline="0">
          <a:solidFill>
            <a:srgbClr val="59CCFF"/>
          </a:solidFill>
          <a:latin typeface="Calibri" panose="020F0502020204030204" pitchFamily="34" charset="0"/>
          <a:ea typeface="맑은 고딕" panose="020B0503020000020004" pitchFamily="34" charset="-127"/>
          <a:cs typeface="+mj-cs"/>
        </a:defRPr>
      </a:lvl1pPr>
    </p:titleStyle>
    <p:bodyStyle>
      <a:lvl1pPr marL="228600" indent="-216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200" kern="1200" baseline="0">
          <a:solidFill>
            <a:schemeClr val="tx1"/>
          </a:solidFill>
          <a:latin typeface="Calibri" panose="020F0502020204030204" pitchFamily="34" charset="0"/>
          <a:ea typeface="맑은 고딕" panose="020B0503020000020004" pitchFamily="34" charset="-127"/>
          <a:cs typeface="+mn-cs"/>
        </a:defRPr>
      </a:lvl1pPr>
      <a:lvl2pPr marL="685800" indent="-216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맑은 고딕" panose="020B0503020000020004" pitchFamily="34" charset="-127"/>
          <a:cs typeface="+mn-cs"/>
        </a:defRPr>
      </a:lvl2pPr>
      <a:lvl3pPr marL="1143000" indent="-216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Calibri" panose="020F0502020204030204" pitchFamily="34" charset="0"/>
          <a:ea typeface="맑은 고딕" panose="020B0503020000020004" pitchFamily="34" charset="-127"/>
          <a:cs typeface="+mn-cs"/>
        </a:defRPr>
      </a:lvl3pPr>
      <a:lvl4pPr marL="1600200" indent="-216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Calibri" panose="020F0502020204030204" pitchFamily="34" charset="0"/>
          <a:ea typeface="맑은 고딕" panose="020B0503020000020004" pitchFamily="34" charset="-127"/>
          <a:cs typeface="+mn-cs"/>
        </a:defRPr>
      </a:lvl4pPr>
      <a:lvl5pPr marL="2057400" indent="-216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Calibri" panose="020F0502020204030204" pitchFamily="34" charset="0"/>
          <a:ea typeface="맑은 고딕" panose="020B0503020000020004" pitchFamily="34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89C6DC-F18B-2B94-FB00-74E3A519F5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6788F7-FD7A-2AC7-BBC4-14C7CFC275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ko-KR" altLang="en-US" dirty="0"/>
              <a:t>클릭하여 마스터 부제목 스타일 편집</a:t>
            </a:r>
            <a:endParaRPr kumimoji="1" lang="ko-Kore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786496-7E64-3D72-D20A-2C20B20A4C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1966" y="4401572"/>
            <a:ext cx="6708550" cy="607331"/>
          </a:xfrm>
        </p:spPr>
        <p:txBody>
          <a:bodyPr/>
          <a:lstStyle/>
          <a:p>
            <a:r>
              <a:rPr kumimoji="1" lang="ko-KR" altLang="en-US" sz="2800" b="1"/>
              <a:t>김 지 </a:t>
            </a:r>
            <a:r>
              <a:rPr kumimoji="1" lang="ko-KR" altLang="en-US" sz="2800" b="1" dirty="0"/>
              <a:t>수</a:t>
            </a:r>
            <a:endParaRPr kumimoji="1" lang="ko-Kore-KR" altLang="en-US" sz="2800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482BE7-4512-A24D-5799-21E09166EC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ko-KR" altLang="en-US" b="1" dirty="0"/>
              <a:t>단국대학교 </a:t>
            </a:r>
            <a:r>
              <a:rPr kumimoji="1" lang="en-US" altLang="ko-KR" b="1" dirty="0"/>
              <a:t>BoanLab</a:t>
            </a:r>
            <a:endParaRPr kumimoji="1" lang="ko-Kore-KR" altLang="en-US" b="1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3C61A6-AFDF-2757-A52C-9DFD48E0784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kumimoji="1" lang="ko-KR" altLang="en-US" dirty="0"/>
              <a:t>마스터 텍스트 스타일을 편집하려면 클릭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4145178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3783</TotalTime>
  <Words>20</Words>
  <Application>Microsoft Macintosh PowerPoint</Application>
  <PresentationFormat>와이드스크린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테마</vt:lpstr>
      <vt:lpstr>마스터 제목 스타일 편집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대제목</dc:title>
  <dc:creator>남재현</dc:creator>
  <cp:lastModifiedBy>한승진</cp:lastModifiedBy>
  <cp:revision>253</cp:revision>
  <dcterms:created xsi:type="dcterms:W3CDTF">2023-07-20T12:34:28Z</dcterms:created>
  <dcterms:modified xsi:type="dcterms:W3CDTF">2025-11-15T15:21:41Z</dcterms:modified>
</cp:coreProperties>
</file>